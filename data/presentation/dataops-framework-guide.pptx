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12188952" cy="640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A8E8"/>
                </a:solidFill>
              </a:rPr>
              <a:t>ITC 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Framework Dataops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BECC"/>
                </a:solidFill>
              </a:rPr>
              <a:t>Guía de Implementación y Despliegue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C"/>
                </a:solidFill>
              </a:rPr>
              <a:t>Cómo desplegar cualquier componente GCP con el framework centralizado de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Data &amp; Analytics — ITC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A8E8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Contenido de esta guía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5331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Para qué sirve y beneficios del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39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77439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334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Componentes soportados y orden de ejecución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136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Cuentas de servicio: estándar y asignación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59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937759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474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937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Estructura de repositorio Dataops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0700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135331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Sistema de variables y sustituciones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39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377439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4871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26334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Configuración de despliegue por componente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657600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59" y="39136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Qué necesito para desplegar: trigger Cloud Build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937759"/>
            <a:ext cx="5394960" cy="10515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37759"/>
            <a:ext cx="73152" cy="1051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0474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A8E8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59" y="51937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MLOps dentro del framework Dataops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¿Para qué sirve el Framework Dataops?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Automatización centralizada de CI/CD para la plataforma de datos ITC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El Framework Dataops es el motor de despliegue CI/CD de ITC Data Platform.
Permite a los equipos de Data Engineering y ML desplegar cualquier componente GCP con un solo push al repositorio — sin scripts ad hoc ni despliegues manuales.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3566160" cy="1691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3566160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Un único estándar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Todos los proyectos despliegan igual: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deploy.json + YAMLs + Cloud Build.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1691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03120"/>
            <a:ext cx="3566160" cy="36576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76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1"/>
                </a:solidFill>
              </a:rPr>
              <a:t>Cero hardcodeo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603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Proyectos, datasets, SAs y secretos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viven en variables del trigger.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103120"/>
            <a:ext cx="3566160" cy="1691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103120"/>
            <a:ext cx="3566160" cy="365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176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300"/>
                </a:solidFill>
              </a:rPr>
              <a:t>Multi-componente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56032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DDL, SPs, imágenes, APIs, funciones,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workflows, modelos ML — todo unificado.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3566160" cy="1691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77639"/>
            <a:ext cx="3566160" cy="36576"/>
          </a:xfrm>
          <a:prstGeom prst="rect">
            <a:avLst/>
          </a:prstGeom>
          <a:solidFill>
            <a:srgbClr val="B0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ECC"/>
                </a:solidFill>
              </a:rPr>
              <a:t>Ambientes seguros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dev / qa / prd separados por archivo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deploy_[env].json independiente.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977639"/>
            <a:ext cx="3566160" cy="1691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977639"/>
            <a:ext cx="3566160" cy="36576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507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Trazabilidad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3484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Cloud Build registra cada step.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Logs completos en Cloud Logging.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977639"/>
            <a:ext cx="3566160" cy="16916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3977639"/>
            <a:ext cx="3566160" cy="36576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40507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1"/>
                </a:solidFill>
              </a:rPr>
              <a:t>Cadena de dependencias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43484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Un componente puede pasar su URL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</a:rPr>
              <a:t>al siguiente via dataops_variable.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Componentes del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Todo lo que puede desplegar Dataops con Cloud Build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7315200" cy="548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BigQuery DDL/SP/DML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447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Tablas, vistas, stored
procedures y scripts DML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47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Imágenes Docker en
Artifact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5054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cloud_run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7614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Servicios FastAPI
en Cloud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16382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cloud_function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4198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Cloud Functions
Gen2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82219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07822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Cloud Workflows
(YAML inline)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4805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vertex_pipeline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736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Pipelines KFP
en Vertex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1389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pubsub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39495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Topics y suscripciones
Pub/Sub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79729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• cloud_scheduler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605332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Jobs programados
cron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Orden de Ejecución Cloud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Los componentes se ejecutan en este orden dentro del pipeline CI/CD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300"/>
                </a:solidFill>
              </a:rPr>
              <a:t>Regla de dependencia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31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C"/>
                </a:solidFill>
              </a:rPr>
              <a:t>El orden garantiza que las dependencias estén disponibles antes de que el componente que las necesita se despliegue.
Ejemplo: image debe compilarse antes de cloud_run. cloud_run debe desplegarse antes de workflow (para exportar su URL via dataops_variable).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474720"/>
            <a:ext cx="4023360" cy="292608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E8"/>
                </a:solidFill>
              </a:rPr>
              <a:t>Dependencias típicas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005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image → cloud_run (imagen)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35254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cloud_run → workflow (URL)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70001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cloud_run → pubsub push (endpoint)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50474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workflow → cloud_scheduler (URI)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3949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vertex_pipeline → inference (JSON URL)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Cuentas de Servicio — Estándar ITC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Tres tipos de SA con responsabilidades separadas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960120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300"/>
                </a:solidFill>
              </a:rPr>
              <a:t>Reglas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Las SAs NO se crean con Dataops — las provisiona el Cloud Operator (IaC).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95544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Nunca se hardcodean en los YAMLs: van en _DATAOPS_VARIABLES del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2472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cloud_run y cloud_function usan -app.  workflow, vertex_pipeline y cloud_scheduler usan -job.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53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Si cloud_run necesita invocar un workflow, impersona la SA -job — no amplía permisos de -app.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Estructura de un Repositorio Dataops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Convención de carpetas estándar para todos los proyectos ITC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0" y="1097280"/>
            <a:ext cx="5394960" cy="25603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Nomenclatura del repositorio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1600200"/>
            <a:ext cx="5029200" cy="192024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00D4A1"/>
                </a:solidFill>
                <a:latin typeface="Courier New"/>
              </a:rPr>
              <a:t>[empresa]-[plataforma]-[dominio]-[proceso]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itcm-dp-customer-vuci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itcm-inca-audience-campaign-loader-api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itcm-aihub-process-execution-engine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itcm-dp-knowledge-base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840480"/>
            <a:ext cx="5394960" cy="26517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1"/>
                </a:solidFill>
              </a:rPr>
              <a:t>Regla data/bigquery/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3708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Usar data/bigquery/  — no source/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7183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Subcarpetas: ddl/  sp/  dml/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06577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Para repos grandes: fase1/ fase2/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4132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El path en deploy_[env].json empieza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7607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con / y es relativo a la raíz del repo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Sistema de Variables y Sustituciones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Cómo los valores llegan a los YAMLs y SQLs sin hardcodear nada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91440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01200" y="1097280"/>
            <a:ext cx="242316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60" y="11887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E8"/>
                </a:solidFill>
              </a:rPr>
              <a:t>Variables en
_DATAOPS_VARIABLES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8360" y="18105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project_[tabla-input]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1305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dataset_[tabla-input]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450591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table_[tabla-input]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277063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project_analytics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0906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dataset_stage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34107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dataset_sp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7307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dataset_analytics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4050791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service_account_app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4370831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service_account_job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46908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SECRET_ID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50109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D4A1"/>
                </a:solidFill>
              </a:rPr>
              <a:t>mail_pubsub_project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533095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mail_pubsub_topic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565099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bucket_[modelo]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300"/>
                </a:solidFill>
              </a:rPr>
              <a:t>Patrón 3 variables por tabla input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92040"/>
            <a:ext cx="9052560" cy="173736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00D4A1"/>
                </a:solidFill>
                <a:latin typeface="Courier New"/>
              </a:rPr>
              <a:t>${project_[tabla]}.${dataset_[tabla]}.${table_[tabla]}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# Ejemplo en SQL: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FROM `${project_ba_itc_attr_payment}.${dataset_ba_itc_attr_payment}.${table_ba_itc_attr_payment}`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Manifiesto de Despliegue — deploy_[env].json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Declara qué se despliega en cada ambiente y en qué orden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949440" cy="5303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097280"/>
            <a:ext cx="457200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1"/>
                </a:solidFill>
              </a:rPr>
              <a:t>Reglas BigQuery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27632"/>
            <a:ext cx="594360" cy="256032"/>
          </a:xfrm>
          <a:prstGeom prst="round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</a:rPr>
              <a:t>DDL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91056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• Primera línea: CREATE TABLE/VIEW
• Incluye proyecto.dataset.tabla
• No DROP ni TRUNCATE
• Idempotente: omite si existe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770632"/>
            <a:ext cx="594360" cy="256032"/>
          </a:xfrm>
          <a:prstGeom prst="round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</a:rPr>
              <a:t>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34056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• Primera línea: CREATE OR REPLACE
  PROCEDURE con proyecto.dataset.sp
• Dataset creado auto si no existe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913632"/>
            <a:ext cx="594360" cy="256032"/>
          </a:xfrm>
          <a:prstGeom prst="round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D1B2A"/>
                </a:solidFill>
              </a:rPr>
              <a:t>DML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77056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• Solo se ejecuta en DEV
• Usar para CALL sp en pruebas
• No incluir en deploy_prd.json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50749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300"/>
                </a:solidFill>
              </a:rPr>
              <a:t>image: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dockerfile + repo + region.
Si Artifact Registry no existe, lo crea.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60807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B300"/>
                </a:solidFill>
              </a:rPr>
              <a:t>Paths en deploy.json empiezan con /  y son relativos a la raíz del repo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Configuración: Cloud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FastAPI + Python 3.11 — estructura en capas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0972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deploy_config.yaml — flags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36192"/>
            <a:ext cx="4297680" cy="365760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00D4A1"/>
                </a:solidFill>
                <a:latin typeface="Courier New"/>
              </a:rPr>
              <a:t>name: ${env}-[nombre]-[sufijo]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image: [region]-docker.pkg.dev/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${env}-[proy]/dataops-artifacts/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${env}-[imagen]:latest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service_account: ${env}-[emp]-[uc]-app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@${env}-[proy].iam.gserviceaccount.com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memory: 2Gi   cpu: 1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concurrency: 1   timeout: 3600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add_cloudsql_instances: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- ${cloudsql_instance}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env_vars: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CURR_ENVI: "${env}"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APP_DEBUG: "false"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SECRET_ID: "${SECRET_ID}"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B300"/>
                </a:solidFill>
              </a:rPr>
              <a:t>SA tipo -app   •   Imagen de Artifact Registry   •   Credenciales desde Secret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APP_DEBUG: false en GCP (usa Cloud SQL socket Unix)  •  CURR_ENVI controla modo de conexión
• image step debe ejecutarse antes que cloud_run en el deploy.json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Puerto: 8080 (requerido por Cloud Run)   •   /health endpoint obligatorio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Configuración: Workflow y Cloud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Orquestación de datos y programación de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Cloud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303520" cy="438912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00D4A1"/>
                </a:solidFill>
                <a:latin typeface="Courier New"/>
              </a:rPr>
              <a:t>name: ${env}-nombre-workflow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region: us-central1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service_account: ${env}-[emp]-[uc]-job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@${env}-[proy].iam.gserviceaccount.com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source: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main: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params: [args]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steps: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- set_vars: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assign: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  - var_url: "${crun_api_uri}"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- llamar_api: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call: http.post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args: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  url: ${var_url + "/endpoint"}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  auth: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          type: OIDC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0350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300"/>
                </a:solidFill>
              </a:rPr>
              <a:t>SA tipo -job   •   source: define el workflow inline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76072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Cloud Scheduler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64008" cy="53035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486400" cy="292608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00D4A1"/>
                </a:solidFill>
                <a:latin typeface="Courier New"/>
              </a:rPr>
              <a:t>location: us-central1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description: "Job diario"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schedule: "0 8 * * *"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time-zone: America/Lima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uri: "${crun_mi_servicio_uri}/endpoint"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http-method: POST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message-body: '{"param": "valor"}'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state: 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SA tipo -job (invoca el target)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001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uri desde dataops_variable del CR/WF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34009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state: disabled para pausar sin borrar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67842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Job nombrado: ${env}-[archivo-sin-.yaml]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6016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Si existe: actualiza. Si no: crea.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Configuración: Cloud Function y Pub/Sub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Funciones serverless y mensajería asíncrona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Cloud Function Gen2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" cy="53035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303520" cy="475488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00D4A1"/>
                </a:solidFill>
                <a:latin typeface="Courier New"/>
              </a:rPr>
              <a:t># HTTP trigger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name: ${env}-[nombre]-fun-[sufijo]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runtime: python311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service_account: ${env}-[emp]-[uc]-app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memory: 512MB   timeout: 540s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env_vars: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VAR: "${valor}"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# Trigger Eventarc (Cloud Storage)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trigger_eventarc: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event_type: google.cloud.storage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  .object.v1.finalized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bucket: ${env}-bucket-nombre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trigger_location: us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service_account: ${env}-[uc]-app@...</a:t>
            </a:r>
          </a:p>
          <a:p>
            <a:r>
              <a:rPr sz="900">
                <a:solidFill>
                  <a:srgbClr val="00D4A1"/>
                </a:solidFill>
                <a:latin typeface="Courier New"/>
              </a:rPr>
              <a:t>  event_provider: cloud-storage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300"/>
                </a:solidFill>
              </a:rPr>
              <a:t>SA tipo -app   •   main.py / app.py / function.py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576072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Pub/Sub Topic + Suscripción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64008" cy="53035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00200"/>
            <a:ext cx="5486400" cy="457200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>
                <a:solidFill>
                  <a:srgbClr val="00D4A1"/>
                </a:solidFill>
                <a:latin typeface="Courier New"/>
              </a:rPr>
              <a:t>topic_id: ${env}-nombre-topico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subscriptions: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- name: ${env}-subs-push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type: push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push_endpoint: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  "${crun_api_uri}/receptor"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service_account: ${env}-[uc]-app@...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ack_deadline: 600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message_retention_duration: 604800s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- name: ${env}-subs-pull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type: pull</a:t>
            </a:r>
          </a:p>
          <a:p>
            <a:r>
              <a:rPr sz="950">
                <a:solidFill>
                  <a:srgbClr val="00D4A1"/>
                </a:solidFill>
                <a:latin typeface="Courier New"/>
              </a:rPr>
              <a:t>    ack_deadline: 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300"/>
                </a:solidFill>
              </a:rPr>
              <a:t>Si topic existe: no recrea.  Si suscripción existe: actualiza.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Configurar un Trigger Cloud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Qué se necesita para realizar un despliegue con el framework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987552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300"/>
                </a:solidFill>
              </a:rPr>
              <a:t>Checklist para un nuevo pase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15000"/>
            <a:ext cx="11430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☑ Repositorio conectado a Cloud Source Repositories o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☑ Trigger creado en Cloud Build apuntando al repo y rama (main / dev)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72200"/>
            <a:ext cx="11430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☑ cloudbuild.yaml del framework referenciado en el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1430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☑ SA Deployer (-deployer) configurada con roles: Cloud Run Admin, Workflows Admin,
   Artifact Registry Admin, Storage Admin, Scheduler Admin, Service Account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629400"/>
            <a:ext cx="11430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☑ _DATAOPS_VARIABLES configuradas en el trigger (proyectos, datasets, SAs, secretos)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858000"/>
            <a:ext cx="11430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☑ APIs habilitadas: Cloud Build, Cloud Run, Workflows, Cloud Functions, Vertex AI, Scheduler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Variables del Trigger — _DATAOPS_VARIABLES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Configuración completa de un trigger para un proyecto tipo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E8"/>
                </a:solidFill>
              </a:rPr>
              <a:t>Ejemplo completo _DATAOPS_VARIABLES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5394960" cy="466344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>
                <a:solidFill>
                  <a:srgbClr val="00D4A1"/>
                </a:solidFill>
                <a:latin typeface="Courier New"/>
              </a:rPr>
              <a:t># Proyectos input (uno por tabla fuente)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project_ba_itc_attr_demographic=prd-itc-data-storage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project_ba_itc_attr_payment_pos=prd-itc-retail-storage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# Proyecto output / servicios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project_analytics=prd-itc-customer-services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# Datasets input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dataset_ba_itc_attr_demographic=ba_itc_attr_demographic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dataset_ba_itc_attr_payment_pos=ba_itc_attr_payment_pos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# Datasets de trabajo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dataset_stage=itc_stage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dataset_sp=itc_sp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dataset_analytics=itc_analytics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# Tablas input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table_ba_itc_attr_demographic=ba_itc_attr_demographic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# Cuentas de servicio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service_account_app=prd-farmas-api-app@prd-itc-customer-services...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service_account_job=prd-farmas-data-job@prd-itc-customer-services...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# Configuración de servicios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SECRET_ID=projects/prd-itc.../secrets/app-secret/versions/latest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inca_cloudsql_instance=prd-itc-customer-services:us-central1:inst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schema_pg_app=execution_engine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mail_pubsub_project=stalwart-motif-270218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mail_pubsub_topic=itcm-inca-mail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80644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1"/>
                </a:solidFill>
              </a:rPr>
              <a:t>Cadena dataops_variable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642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Los componentes pueden exportar su output (URL, valor) para que steps posteriores lo consuman: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40280"/>
            <a:ext cx="5486400" cy="256032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00D4A1"/>
                </a:solidFill>
                <a:latin typeface="Courier New"/>
              </a:rPr>
              <a:t># cloud_run/deploy_config.yaml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dataops_variable: crun_api_uri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# Escribe: crun_api_uri=https://...run.app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# workflow/mi-workflow.yaml lo consume: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- url: "${crun_api_uri}/trigger"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# Regla: el step exportador debe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# ejecutarse ANTES del consumidor.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937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300"/>
                </a:solidFill>
              </a:rPr>
              <a:t>Flujo de resolución por prioridad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1.  _DATAOPS_VARIABLES (trigger CB)  →  ${var}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7515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2.  env_[env].json (repo)  →  reemplazos estáticos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61539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3.  dataops_variable_value.txt  →  ${DATAOPS_VAR}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12188952" cy="6400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7DFF"/>
                </a:solidFill>
              </a:rPr>
              <a:t>Sección especial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MLOps con
Dataops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BECC"/>
                </a:solidFill>
              </a:rPr>
              <a:t>Vertex AI Pipelines · KFP · Train /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Los modelos ML se despliegan usando el mismo framework Dataops: el componente vertex_pipeline compila el pipeline y lo sube a GCS.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Data &amp; Analytics — ITC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MLOps — Flujo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Train y Inference como dos componentes vertex_pipeline independientes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77DFF"/>
                </a:solidFill>
              </a:rPr>
              <a:t>Cómo funciona el deploy de un modelo: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406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El framework ejecuta el notebook pipeline-train.ipynb (convertido a .py con nbconvert).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75157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El notebook importa src/pipeline_train.py, lo compila a JSON y lo sube al bucket GCS.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6247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Para inference: igual proceso con pipeline-inference.ipynb → JSON en GCS.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73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• run_after_deploy: true solo en dev para pruebas puntuales. Siempre false en prd.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MLOps — Estructura del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Organización de archivos bajo service/vertex/[nombre-modelo]/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02920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4754880" cy="512064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00D4A1"/>
                </a:solidFill>
                <a:latin typeface="Courier New"/>
              </a:rPr>
              <a:t>[nombre-modelo]/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├── notebook/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│   ├── pipeline-train.ipynb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│   └── pipeline-inference.ipynb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├── src/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│   ├── __init__.py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│   ├── components.py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│   ├── pipeline_train.py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│   └── pipeline_inference.py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├── deploy_config_train.yaml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├── deploy_config_inference.yaml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├── requirements.txt</a:t>
            </a:r>
          </a:p>
          <a:p>
            <a:r>
              <a:rPr sz="1000">
                <a:solidFill>
                  <a:srgbClr val="00D4A1"/>
                </a:solidFill>
                <a:latin typeface="Courier New"/>
              </a:rPr>
              <a:t>└── README.md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097280"/>
            <a:ext cx="649224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1887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E8"/>
                </a:solidFill>
              </a:rPr>
              <a:t>Responsabilidad de cada archivo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62763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77DFF"/>
                </a:solidFill>
              </a:rPr>
              <a:t>notebook/pipeline-*.ipynb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83664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Entry point. Lee env_vars, importa src/,
compila pipeline a JSON. Solo orquestación.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56032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77DFF"/>
                </a:solidFill>
              </a:rPr>
              <a:t>src/components.py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81635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@dsl.component: funciones con base_image y
packages_to_install. Imports van DENTRO.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49300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77DFF"/>
                </a:solidFill>
              </a:rPr>
              <a:t>src/pipeline_train.py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749039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@dsl.pipeline: lee os.getenv(), encadena
componentes, compila a JSON al final.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442569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77DFF"/>
                </a:solidFill>
              </a:rPr>
              <a:t>deploy_config_train.yaml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68172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YAML Dataops: pipelines: apunta al notebook,
env_vars con tablas, hiperparámetros, bucket.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5358383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C77DFF"/>
                </a:solidFill>
              </a:rPr>
              <a:t>requirements.txt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5614416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Solo para desarrollo local. Los contenedores
Vertex usan packages_to_install por componente.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MLOps — deploy_config_train.yaml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Configuración del componente vertex_pipeline en Dataops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E8"/>
                </a:solidFill>
              </a:rPr>
              <a:t>Estructura del YAML (4 bloques env_vars)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5394960" cy="4663440"/>
          </a:xfrm>
          <a:prstGeom prst="rect">
            <a:avLst/>
          </a:prstGeom>
          <a:solidFill>
            <a:srgbClr val="08101A"/>
          </a:solidFill>
          <a:ln w="9525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>
                <a:solidFill>
                  <a:srgbClr val="00D4A1"/>
                </a:solidFill>
                <a:latin typeface="Courier New"/>
              </a:rPr>
              <a:t>project: ${env}-${project_analytics}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region: us-central1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service_account: ${env}-[emp]-[uc]-job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@${env}-[proy].iam.gserviceaccount.com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pipeline_bucket_dataops: ${bucket_modelo}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pipeline_path_dataops: itc-[nombre]-pipeline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pipelines: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- "./notebook/pipeline-train.ipynb"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run_after_deploy: false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dataops_variable: VERTEX_PIPELINE_TRAIN_URL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env_vars: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# 1. Framework Dataops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PIPELINE_BUCKET: ${bucket_modelo}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PIPELINE_DISPLAY_NAME: "itc-[nombre]-training"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PIPELINE_DESCRIPTION: "Descripción"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PIPELINE_PATH_ROOT: "artifacts/train"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PIPELINE_BUCKET_PROJECT_PATH: "gs://${bucket_modelo}/"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# 2. Tablas BigQuery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TABLA_INPUT: "${project_[t]}.${dataset_[t]}.${table_[t]}"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TABLA_TMP:   "${project_analytics}.${dataset_stage}.tmp_x"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TABLA_OUT:   "${project_analytics}.${dataset_analytics}.ba_x"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# 3. Rutas GCS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PATH_MODELS: "models"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PATH_OUTPUT: "output"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# 4. Hiperparámetros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N_FACTORS: 304          # int: sin comillas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REGULARIZATION: 0.062  # float: sin comillas</a:t>
            </a:r>
          </a:p>
          <a:p>
            <a:r>
              <a:rPr sz="850">
                <a:solidFill>
                  <a:srgbClr val="00D4A1"/>
                </a:solidFill>
                <a:latin typeface="Courier New"/>
              </a:rPr>
              <a:t>  MACHINE_CPU_LIMIT: "4" # string: con comillas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80644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300"/>
                </a:solidFill>
              </a:rPr>
              <a:t>Variables auto-inyectadas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El framework exporta estas variables ANTES de ejecutar el notebook.
NO incluirlas en env_vars: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12848"/>
            <a:ext cx="5486400" cy="457200"/>
          </a:xfrm>
          <a:prstGeom prst="rect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24028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7DFF"/>
                </a:solidFill>
              </a:rPr>
              <a:t>PIPELINE_PROJECT_ID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4963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← project: del YAML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743200"/>
            <a:ext cx="5486400" cy="457200"/>
          </a:xfrm>
          <a:prstGeom prst="rect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770632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7DFF"/>
                </a:solidFill>
              </a:rPr>
              <a:t>PIPELINE_SERVICE_ACCOUNT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0266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← service_account: del YAML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73552"/>
            <a:ext cx="5486400" cy="457200"/>
          </a:xfrm>
          <a:prstGeom prst="rect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300984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7DFF"/>
                </a:solidFill>
              </a:rPr>
              <a:t>PIPELINE_REGION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557015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← region: del 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03904"/>
            <a:ext cx="5486400" cy="457200"/>
          </a:xfrm>
          <a:prstGeom prst="rect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831335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77DFF"/>
                </a:solidFill>
              </a:rPr>
              <a:t>PIPELINE_COMPILE_FILE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873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C"/>
                </a:solidFill>
              </a:rPr>
              <a:t>← nombre-pipeline-latest.json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4074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A1"/>
                </a:solidFill>
              </a:rPr>
              <a:t>Tipos de datos en env_vars: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00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• Numéricos sin comillas → Python los recibe como str → usar int(os.getenv(...))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846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• Strings → con comillas: MACHINE_CPU_LIMIT: "4"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5686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• PIPELINE_PROJECT_ID y PIPELINE_SERVICE_ACCOUNT: NO en env_vars de train.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95274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C"/>
                </a:solidFill>
              </a:rPr>
              <a:t>• En inference: se puede redeclarar si se necesita ejecución local del notebook.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Checklist de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Antes de agregar cualquier componente al deploy_[env].json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General (todo componente)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☑  Estructura de carpetas sigue el estándar (SQLs en data/bigquery/)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396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☑  Path en deploy.json empieza con / y es relativo a la raíz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☑  Variables ${...} están en _DATAOPS_VARIABLES del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638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☑  Si usa ${DATAOPS_VAR}: el exportador está en un step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758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☑  Tablas input usan 3 variables: project_ / dataset_ / table_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879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C"/>
                </a:solidFill>
              </a:rPr>
              <a:t>☑  Nada hardcodeado: ni proyectos, datasets ni nombres de tabla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097280"/>
            <a:ext cx="6126480" cy="530352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18872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E8"/>
                </a:solidFill>
              </a:rPr>
              <a:t>Por tipo de componente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627632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DDL/SP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160934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Primera línea tiene proyecto.dataset.nombre — sin DROP/TRUNCATE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212848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1945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dockerfile path válido y Dockerfile existe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798064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cloud_run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7797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image de Artifact Registry completa — step image corre antes — SA tipo -app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383280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cloud_function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364991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main.py / app.py / function.py existe — SA tipo -app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968496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9502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Clave source: presente con definición inline — SA tipo -job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553712"/>
            <a:ext cx="1463040" cy="256032"/>
          </a:xfrm>
          <a:prstGeom prst="round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vertex_pipeline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5354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Archivos en pipelines: existen — SA tipo -job — 5 vars 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5138928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pubsub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51206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topic_id definido — si push: endpoint existe y acepta payload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5724144"/>
            <a:ext cx="1463040" cy="256032"/>
          </a:xfrm>
          <a:prstGeom prst="round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D1B2A"/>
                </a:solidFill>
              </a:rPr>
              <a:t>cloud_scheduler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57058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schedule en cron válido — uri accesible con SA — SA tipo -job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57800"/>
            <a:ext cx="12188952" cy="64008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D4A1"/>
                </a:solidFill>
              </a:rPr>
              <a:t>Documentación de referencia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Repositorio de conocimiento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5486400" cy="6583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54864" cy="658368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52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1"/>
                </a:solidFill>
              </a:rPr>
              <a:t>dataops-config-agent.md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266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Skill del agente — cómo generar cada 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02152"/>
            <a:ext cx="5486400" cy="6583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02152"/>
            <a:ext cx="54864" cy="658368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1"/>
                </a:solidFill>
              </a:rPr>
              <a:t>services/cloud_run.md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Estándar de desarrollo Cloud Run (FastAPI)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06824"/>
            <a:ext cx="5486400" cy="6583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06824"/>
            <a:ext cx="54864" cy="658368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616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1"/>
                </a:solidFill>
              </a:rPr>
              <a:t>services/workflow.md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360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Estándar Cloud Workflows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97480"/>
            <a:ext cx="5486400" cy="6583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697480"/>
            <a:ext cx="54864" cy="658368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752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1"/>
                </a:solidFill>
              </a:rPr>
              <a:t>services/service_accounts.md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266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Cuentas de servicio — tipos y asignación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502152"/>
            <a:ext cx="5486400" cy="658368"/>
          </a:xfrm>
          <a:prstGeom prst="rect">
            <a:avLst/>
          </a:prstGeom>
          <a:solidFill>
            <a:srgbClr val="16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502152"/>
            <a:ext cx="54864" cy="658368"/>
          </a:xfrm>
          <a:prstGeom prst="rect">
            <a:avLst/>
          </a:prstGeom>
          <a:solidFill>
            <a:srgbClr val="00D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557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1"/>
                </a:solidFill>
              </a:rPr>
              <a:t>repositories.md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8313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C"/>
                </a:solidFill>
              </a:rPr>
              <a:t>Nomenclatura y estructura de repositorios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C"/>
                </a:solidFill>
              </a:rPr>
              <a:t>itcm-dp-knowledge-base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486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D4A1"/>
                </a:solidFill>
              </a:rPr>
              <a:t>ITC — Equipo de Data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